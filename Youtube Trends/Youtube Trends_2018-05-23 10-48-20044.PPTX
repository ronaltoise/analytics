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9" r:id="rId3"/>
    <p:sldId id="260" r:id="rId4"/>
    <p:sldId id="261" r:id="rId5"/>
    <p:sldId id="258" r:id="rId6"/>
    <p:sldId id="25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785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823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2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516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0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02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2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9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0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5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880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6349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5273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57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18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73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5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CCD5476-D293-480E-A0EC-61189CC06AAF}" type="datetimeFigureOut">
              <a:rPr lang="en-US" smtClean="0"/>
              <a:t>5/23/2018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09342F1-87CF-4778-B15F-A76405E0F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4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07106" y="253379"/>
            <a:ext cx="9755187" cy="2766528"/>
          </a:xfrm>
        </p:spPr>
        <p:txBody>
          <a:bodyPr anchor="ctr"/>
          <a:lstStyle/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Trends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8098" y="2382837"/>
            <a:ext cx="9144000" cy="3022880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 smtClean="0">
                <a:solidFill>
                  <a:schemeClr val="tx1"/>
                </a:solidFill>
              </a:rPr>
              <a:t>2017-18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u="sng" dirty="0" smtClean="0">
                <a:solidFill>
                  <a:schemeClr val="tx1"/>
                </a:solidFill>
              </a:rPr>
              <a:t>(NOV-may)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 smtClean="0">
                <a:solidFill>
                  <a:schemeClr val="tx1"/>
                </a:solidFill>
              </a:rPr>
              <a:t>Canada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 smtClean="0">
                <a:solidFill>
                  <a:schemeClr val="tx1"/>
                </a:solidFill>
              </a:rPr>
              <a:t>Germany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 smtClean="0">
                <a:solidFill>
                  <a:schemeClr val="tx1"/>
                </a:solidFill>
              </a:rPr>
              <a:t>France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 smtClean="0">
                <a:solidFill>
                  <a:schemeClr val="bg1">
                    <a:lumMod val="95000"/>
                  </a:schemeClr>
                </a:solidFill>
              </a:rPr>
              <a:t>England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b="1" dirty="0" smtClean="0">
                <a:solidFill>
                  <a:schemeClr val="bg1">
                    <a:lumMod val="95000"/>
                  </a:schemeClr>
                </a:solidFill>
              </a:rPr>
              <a:t>U.S.A</a:t>
            </a:r>
            <a:endParaRPr lang="en-US" sz="25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4424" y="3877836"/>
            <a:ext cx="15151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By-</a:t>
            </a:r>
          </a:p>
          <a:p>
            <a:r>
              <a:rPr lang="en-US" dirty="0" smtClean="0"/>
              <a:t>Raunak Singh,</a:t>
            </a:r>
          </a:p>
          <a:p>
            <a:r>
              <a:rPr lang="en-US" dirty="0" smtClean="0"/>
              <a:t>7906859228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2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Index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04038771"/>
              </p:ext>
            </p:extLst>
          </p:nvPr>
        </p:nvGraphicFramePr>
        <p:xfrm>
          <a:off x="685800" y="2063750"/>
          <a:ext cx="103949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97475"/>
                <a:gridCol w="51974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Topics Covered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Pages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Canada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4-6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France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7-9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Germany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10-12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Great Britain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13-15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/>
                        <a:t>United States of</a:t>
                      </a:r>
                      <a:r>
                        <a:rPr lang="en-US" b="0" baseline="0" dirty="0" smtClean="0"/>
                        <a:t> America</a:t>
                      </a:r>
                      <a:endParaRPr lang="en-US" b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16-18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Complete insights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19-20</a:t>
                      </a:r>
                      <a:endParaRPr lang="en-US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13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627" y="237564"/>
            <a:ext cx="10396882" cy="470648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 smtClean="0"/>
              <a:t>The Dataset</a:t>
            </a:r>
            <a:endParaRPr lang="en-US" sz="20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288343"/>
            <a:ext cx="5087938" cy="4086242"/>
          </a:xfrm>
        </p:spPr>
      </p:pic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1288342"/>
            <a:ext cx="5086538" cy="4086243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VIDEO_ID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TRENDING_DATE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PUBLISH_TIME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DISLIKES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COMMENT_COUNT</a:t>
            </a: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8021" y="813611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Common Structure of all Data Sets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026523" y="81361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Common Columns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29608" y="5961529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Kaggle.com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546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3969" y="4728411"/>
            <a:ext cx="10396882" cy="1151965"/>
          </a:xfrm>
        </p:spPr>
        <p:txBody>
          <a:bodyPr/>
          <a:lstStyle/>
          <a:p>
            <a:r>
              <a:rPr lang="en-US" dirty="0" smtClean="0"/>
              <a:t>Let ’s Talk about Canada first…..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44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7721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26404" y="171768"/>
            <a:ext cx="1742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CANADA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07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Insights From CANADA </a:t>
            </a:r>
            <a:r>
              <a:rPr lang="en-US" dirty="0" err="1" smtClean="0"/>
              <a:t>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Most Liked Channel is “Future”</a:t>
            </a:r>
          </a:p>
          <a:p>
            <a:r>
              <a:rPr lang="en-US" dirty="0" smtClean="0"/>
              <a:t>Most Disliked Video is ”</a:t>
            </a:r>
            <a:r>
              <a:rPr lang="en-US" dirty="0" err="1" smtClean="0"/>
              <a:t>Migos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Most Likes were pushed on January 2018</a:t>
            </a:r>
          </a:p>
          <a:p>
            <a:r>
              <a:rPr lang="en-US" dirty="0" smtClean="0"/>
              <a:t>Least active month was March 2018</a:t>
            </a:r>
          </a:p>
          <a:p>
            <a:r>
              <a:rPr lang="en-US" dirty="0" smtClean="0"/>
              <a:t>Most active day was 21</a:t>
            </a:r>
            <a:r>
              <a:rPr lang="en-US" baseline="30000" dirty="0" smtClean="0"/>
              <a:t>st</a:t>
            </a:r>
            <a:r>
              <a:rPr lang="en-US" dirty="0" smtClean="0"/>
              <a:t> of any month</a:t>
            </a:r>
          </a:p>
          <a:p>
            <a:r>
              <a:rPr lang="en-US" dirty="0" smtClean="0"/>
              <a:t>Least active was the 31</a:t>
            </a:r>
            <a:r>
              <a:rPr lang="en-US" baseline="30000" dirty="0" smtClean="0"/>
              <a:t>st</a:t>
            </a:r>
            <a:r>
              <a:rPr lang="en-US" dirty="0" smtClean="0"/>
              <a:t> of the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066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4854" y="4728411"/>
            <a:ext cx="10396882" cy="1151965"/>
          </a:xfrm>
        </p:spPr>
        <p:txBody>
          <a:bodyPr/>
          <a:lstStyle/>
          <a:p>
            <a:r>
              <a:rPr lang="en-US" dirty="0" smtClean="0"/>
              <a:t>Let ‘s talk about France….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1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5064" y="160421"/>
            <a:ext cx="16818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FRANCE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457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Insights From France </a:t>
            </a:r>
            <a:r>
              <a:rPr lang="en-US" dirty="0" err="1" smtClean="0"/>
              <a:t>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Most Liked Channel is “</a:t>
            </a:r>
            <a:r>
              <a:rPr lang="en-US" dirty="0" err="1" smtClean="0"/>
              <a:t>IBIGHiT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Most Disliked Video is ”</a:t>
            </a:r>
            <a:r>
              <a:rPr lang="en-US" dirty="0" err="1" smtClean="0"/>
              <a:t>Youtube</a:t>
            </a:r>
            <a:r>
              <a:rPr lang="en-US" dirty="0" smtClean="0"/>
              <a:t> Rewind” the shape of 2017”</a:t>
            </a:r>
          </a:p>
          <a:p>
            <a:r>
              <a:rPr lang="en-US" dirty="0" smtClean="0"/>
              <a:t>Most Likes were pushed on </a:t>
            </a:r>
            <a:r>
              <a:rPr lang="en-US" dirty="0" err="1" smtClean="0"/>
              <a:t>DEcember</a:t>
            </a:r>
            <a:r>
              <a:rPr lang="en-US" dirty="0" smtClean="0"/>
              <a:t> 2018</a:t>
            </a:r>
          </a:p>
          <a:p>
            <a:r>
              <a:rPr lang="en-US" dirty="0" smtClean="0"/>
              <a:t>Least active month was November 2018</a:t>
            </a:r>
          </a:p>
          <a:p>
            <a:r>
              <a:rPr lang="en-US" dirty="0" smtClean="0"/>
              <a:t>Most active day was 20</a:t>
            </a:r>
            <a:r>
              <a:rPr lang="en-US" baseline="30000" dirty="0" smtClean="0"/>
              <a:t>th</a:t>
            </a:r>
            <a:r>
              <a:rPr lang="en-US" dirty="0" smtClean="0"/>
              <a:t> of any month</a:t>
            </a:r>
          </a:p>
          <a:p>
            <a:r>
              <a:rPr lang="en-US" dirty="0" smtClean="0"/>
              <a:t>Least active was the 31</a:t>
            </a:r>
            <a:r>
              <a:rPr lang="en-US" baseline="30000" dirty="0" smtClean="0"/>
              <a:t>st</a:t>
            </a:r>
            <a:r>
              <a:rPr lang="en-US" dirty="0" smtClean="0"/>
              <a:t> of the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64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7549" y="4776537"/>
            <a:ext cx="10396882" cy="1151965"/>
          </a:xfrm>
        </p:spPr>
        <p:txBody>
          <a:bodyPr/>
          <a:lstStyle/>
          <a:p>
            <a:r>
              <a:rPr lang="en-US" dirty="0" smtClean="0"/>
              <a:t>Let ‘s talk about </a:t>
            </a:r>
            <a:r>
              <a:rPr lang="en-US" dirty="0" err="1" smtClean="0"/>
              <a:t>germany</a:t>
            </a:r>
            <a:r>
              <a:rPr lang="en-US" dirty="0" smtClean="0"/>
              <a:t>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218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75903" y="112295"/>
            <a:ext cx="1640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Germany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69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Insights From Germany </a:t>
            </a:r>
            <a:r>
              <a:rPr lang="en-US" dirty="0" err="1" smtClean="0"/>
              <a:t>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Most Liked Channel is “</a:t>
            </a:r>
            <a:r>
              <a:rPr lang="en-US" dirty="0" err="1" smtClean="0"/>
              <a:t>FUture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Most Disliked Video is ”</a:t>
            </a:r>
            <a:r>
              <a:rPr lang="en-US" dirty="0" err="1" smtClean="0"/>
              <a:t>j.balvin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Most Likes were pushed on January 2018</a:t>
            </a:r>
          </a:p>
          <a:p>
            <a:r>
              <a:rPr lang="en-US" dirty="0" smtClean="0"/>
              <a:t>Least active month was November 2018</a:t>
            </a:r>
          </a:p>
          <a:p>
            <a:r>
              <a:rPr lang="en-US" dirty="0" smtClean="0"/>
              <a:t>Most active day was 20</a:t>
            </a:r>
            <a:r>
              <a:rPr lang="en-US" baseline="30000" dirty="0" smtClean="0"/>
              <a:t>th</a:t>
            </a:r>
            <a:r>
              <a:rPr lang="en-US" dirty="0" smtClean="0"/>
              <a:t> ( Likes ) and 21</a:t>
            </a:r>
            <a:r>
              <a:rPr lang="en-US" baseline="30000" dirty="0" smtClean="0"/>
              <a:t>st</a:t>
            </a:r>
            <a:r>
              <a:rPr lang="en-US" dirty="0" smtClean="0"/>
              <a:t> ( comments ) of any month</a:t>
            </a:r>
          </a:p>
          <a:p>
            <a:r>
              <a:rPr lang="en-US" dirty="0" smtClean="0"/>
              <a:t>Least active was the 31</a:t>
            </a:r>
            <a:r>
              <a:rPr lang="en-US" baseline="30000" dirty="0" smtClean="0"/>
              <a:t>st</a:t>
            </a:r>
            <a:r>
              <a:rPr lang="en-US" dirty="0" smtClean="0"/>
              <a:t> of the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09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4" y="4776537"/>
            <a:ext cx="10396882" cy="1151965"/>
          </a:xfrm>
        </p:spPr>
        <p:txBody>
          <a:bodyPr/>
          <a:lstStyle/>
          <a:p>
            <a:r>
              <a:rPr lang="en-US" dirty="0" smtClean="0"/>
              <a:t>Let ‘s talk about Great </a:t>
            </a:r>
            <a:r>
              <a:rPr lang="en-US" dirty="0" err="1" smtClean="0"/>
              <a:t>britain</a:t>
            </a:r>
            <a:r>
              <a:rPr lang="en-US" dirty="0" smtClean="0"/>
              <a:t>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495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65754" y="112295"/>
            <a:ext cx="22604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Great Britain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81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Insights From great </a:t>
            </a:r>
            <a:r>
              <a:rPr lang="en-US" dirty="0" err="1" smtClean="0"/>
              <a:t>britain</a:t>
            </a:r>
            <a:r>
              <a:rPr lang="en-US" dirty="0" smtClean="0"/>
              <a:t> </a:t>
            </a:r>
            <a:r>
              <a:rPr lang="en-US" dirty="0" err="1" smtClean="0"/>
              <a:t>DataSet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Most Liked Channel is “</a:t>
            </a:r>
            <a:r>
              <a:rPr lang="en-US" dirty="0" err="1" smtClean="0"/>
              <a:t>natti</a:t>
            </a:r>
            <a:r>
              <a:rPr lang="en-US" dirty="0" smtClean="0"/>
              <a:t> </a:t>
            </a:r>
            <a:r>
              <a:rPr lang="en-US" dirty="0" err="1" smtClean="0"/>
              <a:t>natasha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Most Disliked Video is ”21 savage”</a:t>
            </a:r>
          </a:p>
          <a:p>
            <a:r>
              <a:rPr lang="en-US" dirty="0" smtClean="0"/>
              <a:t>Most Likes were pushed on may 2018</a:t>
            </a:r>
          </a:p>
          <a:p>
            <a:r>
              <a:rPr lang="en-US" dirty="0" smtClean="0"/>
              <a:t>Least active month was November 2018</a:t>
            </a:r>
          </a:p>
          <a:p>
            <a:r>
              <a:rPr lang="en-US" dirty="0" smtClean="0"/>
              <a:t>Most active day was 22</a:t>
            </a:r>
            <a:r>
              <a:rPr lang="en-US" baseline="30000" dirty="0" smtClean="0"/>
              <a:t>nd</a:t>
            </a:r>
            <a:r>
              <a:rPr lang="en-US" dirty="0" smtClean="0"/>
              <a:t> ( Likes ) and 21</a:t>
            </a:r>
            <a:r>
              <a:rPr lang="en-US" baseline="30000" dirty="0" smtClean="0"/>
              <a:t>st</a:t>
            </a:r>
            <a:r>
              <a:rPr lang="en-US" dirty="0" smtClean="0"/>
              <a:t>  ( comments ) of any month</a:t>
            </a:r>
          </a:p>
          <a:p>
            <a:r>
              <a:rPr lang="en-US" dirty="0" smtClean="0"/>
              <a:t>Least active was the 31</a:t>
            </a:r>
            <a:r>
              <a:rPr lang="en-US" baseline="30000" dirty="0" smtClean="0"/>
              <a:t>st</a:t>
            </a:r>
            <a:r>
              <a:rPr lang="en-US" dirty="0" smtClean="0"/>
              <a:t> of the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18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744453"/>
            <a:ext cx="12783147" cy="115196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Let ‘s talk about united states of </a:t>
            </a:r>
            <a:r>
              <a:rPr lang="en-US" dirty="0" err="1" smtClean="0"/>
              <a:t>america</a:t>
            </a:r>
            <a:r>
              <a:rPr lang="en-US" dirty="0" smtClean="0"/>
              <a:t>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742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677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50868" y="144379"/>
            <a:ext cx="41050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United States Of America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394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r>
              <a:rPr lang="en-US" sz="4000" dirty="0" smtClean="0"/>
              <a:t>Insights From united stats of America </a:t>
            </a:r>
            <a:r>
              <a:rPr lang="en-US" sz="4000" dirty="0" err="1" smtClean="0"/>
              <a:t>DataSet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Most Liked Channel is “</a:t>
            </a:r>
            <a:r>
              <a:rPr lang="en-US" dirty="0" err="1" smtClean="0"/>
              <a:t>natti</a:t>
            </a:r>
            <a:r>
              <a:rPr lang="en-US" dirty="0" smtClean="0"/>
              <a:t> </a:t>
            </a:r>
            <a:r>
              <a:rPr lang="en-US" dirty="0" err="1" smtClean="0"/>
              <a:t>natasha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Most Disliked Video is ”Abraham </a:t>
            </a:r>
            <a:r>
              <a:rPr lang="en-US" dirty="0" err="1" smtClean="0"/>
              <a:t>mateo</a:t>
            </a:r>
            <a:r>
              <a:rPr lang="en-US" dirty="0" smtClean="0"/>
              <a:t>”</a:t>
            </a:r>
          </a:p>
          <a:p>
            <a:r>
              <a:rPr lang="en-US" dirty="0" smtClean="0"/>
              <a:t>Most Likes were pushed on may 2018</a:t>
            </a:r>
          </a:p>
          <a:p>
            <a:r>
              <a:rPr lang="en-US" dirty="0" smtClean="0"/>
              <a:t>Least active month was December 2018</a:t>
            </a:r>
          </a:p>
          <a:p>
            <a:r>
              <a:rPr lang="en-US" dirty="0" smtClean="0"/>
              <a:t>Most active day was 22</a:t>
            </a:r>
            <a:r>
              <a:rPr lang="en-US" baseline="30000" dirty="0" smtClean="0"/>
              <a:t>nd</a:t>
            </a:r>
            <a:r>
              <a:rPr lang="en-US" dirty="0" smtClean="0"/>
              <a:t> of any month</a:t>
            </a:r>
          </a:p>
          <a:p>
            <a:r>
              <a:rPr lang="en-US" dirty="0" smtClean="0"/>
              <a:t>Least active was the 31</a:t>
            </a:r>
            <a:r>
              <a:rPr lang="en-US" baseline="30000" dirty="0" smtClean="0"/>
              <a:t>st</a:t>
            </a:r>
            <a:r>
              <a:rPr lang="en-US" dirty="0" smtClean="0"/>
              <a:t> of the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23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2141" y="4760495"/>
            <a:ext cx="8728269" cy="1151965"/>
          </a:xfrm>
        </p:spPr>
        <p:txBody>
          <a:bodyPr>
            <a:normAutofit/>
          </a:bodyPr>
          <a:lstStyle/>
          <a:p>
            <a:r>
              <a:rPr lang="en-US" sz="3600" dirty="0" smtClean="0"/>
              <a:t>Let ‘s have a look on the complete dataset….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28538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Autofit/>
          </a:bodyPr>
          <a:lstStyle/>
          <a:p>
            <a:r>
              <a:rPr lang="en-US" sz="4000" dirty="0" smtClean="0"/>
              <a:t>Insights From complete </a:t>
            </a:r>
            <a:r>
              <a:rPr lang="en-US" sz="4000" dirty="0" err="1" smtClean="0"/>
              <a:t>DataSet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Most Liked Channel is “future” for being able to make in the list of  almost all countries</a:t>
            </a:r>
          </a:p>
          <a:p>
            <a:r>
              <a:rPr lang="en-US" dirty="0" smtClean="0"/>
              <a:t>Most Disliked Video is ” </a:t>
            </a:r>
            <a:r>
              <a:rPr lang="en-US" dirty="0" err="1" smtClean="0"/>
              <a:t>migos</a:t>
            </a:r>
            <a:r>
              <a:rPr lang="en-US" dirty="0" smtClean="0"/>
              <a:t> and 21 savage ” for being in all countries.</a:t>
            </a:r>
          </a:p>
          <a:p>
            <a:r>
              <a:rPr lang="en-US" dirty="0" smtClean="0"/>
              <a:t>Most Likes were pushed on may 2018</a:t>
            </a:r>
          </a:p>
          <a:p>
            <a:r>
              <a:rPr lang="en-US" dirty="0" smtClean="0"/>
              <a:t>Least active month was </a:t>
            </a:r>
            <a:r>
              <a:rPr lang="en-US" dirty="0" err="1" smtClean="0"/>
              <a:t>november</a:t>
            </a:r>
            <a:r>
              <a:rPr lang="en-US" dirty="0" smtClean="0"/>
              <a:t> 2018</a:t>
            </a:r>
          </a:p>
          <a:p>
            <a:r>
              <a:rPr lang="en-US" dirty="0" smtClean="0"/>
              <a:t>Most active day was 22</a:t>
            </a:r>
            <a:r>
              <a:rPr lang="en-US" baseline="30000" dirty="0" smtClean="0"/>
              <a:t>nd</a:t>
            </a:r>
            <a:r>
              <a:rPr lang="en-US" dirty="0" smtClean="0"/>
              <a:t>  and 21</a:t>
            </a:r>
            <a:r>
              <a:rPr lang="en-US" baseline="30000" dirty="0" smtClean="0"/>
              <a:t>st</a:t>
            </a:r>
            <a:r>
              <a:rPr lang="en-US" dirty="0" smtClean="0"/>
              <a:t> of any month</a:t>
            </a:r>
          </a:p>
          <a:p>
            <a:r>
              <a:rPr lang="en-US" dirty="0" smtClean="0"/>
              <a:t>Least active was the 31</a:t>
            </a:r>
            <a:r>
              <a:rPr lang="en-US" baseline="30000" dirty="0" smtClean="0"/>
              <a:t>st</a:t>
            </a:r>
            <a:r>
              <a:rPr lang="en-US" dirty="0" smtClean="0"/>
              <a:t> of the month</a:t>
            </a:r>
          </a:p>
          <a:p>
            <a:r>
              <a:rPr lang="en-US" dirty="0" smtClean="0"/>
              <a:t>Great Britain is the country with most active users</a:t>
            </a:r>
          </a:p>
          <a:p>
            <a:r>
              <a:rPr lang="en-US" dirty="0" smtClean="0"/>
              <a:t>France is the country with least active users</a:t>
            </a:r>
          </a:p>
          <a:p>
            <a:r>
              <a:rPr lang="en-US" dirty="0" smtClean="0"/>
              <a:t>AS per the increasing trends </a:t>
            </a:r>
            <a:r>
              <a:rPr lang="en-US" dirty="0" err="1" smtClean="0"/>
              <a:t>june</a:t>
            </a:r>
            <a:r>
              <a:rPr lang="en-US" dirty="0"/>
              <a:t> </a:t>
            </a:r>
            <a:r>
              <a:rPr lang="en-US" dirty="0" smtClean="0"/>
              <a:t>, 2018 could be </a:t>
            </a:r>
            <a:r>
              <a:rPr lang="en-US" dirty="0" err="1" smtClean="0"/>
              <a:t>forecased</a:t>
            </a:r>
            <a:r>
              <a:rPr lang="en-US" dirty="0" smtClean="0"/>
              <a:t> as the most actively used month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042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60130" y="2178441"/>
            <a:ext cx="30469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55107" y="5298141"/>
            <a:ext cx="3436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Waiting to hear from you eagerly….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466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88</TotalTime>
  <Words>496</Words>
  <Application>Microsoft Office PowerPoint</Application>
  <PresentationFormat>Widescreen</PresentationFormat>
  <Paragraphs>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Impact</vt:lpstr>
      <vt:lpstr>Times New Roman</vt:lpstr>
      <vt:lpstr>Main Event</vt:lpstr>
      <vt:lpstr>Youtube Trends</vt:lpstr>
      <vt:lpstr>Index</vt:lpstr>
      <vt:lpstr>The Dataset</vt:lpstr>
      <vt:lpstr>Let ’s Talk about Canada first…..</vt:lpstr>
      <vt:lpstr>PowerPoint Presentation</vt:lpstr>
      <vt:lpstr>Insights From CANADA DataSet</vt:lpstr>
      <vt:lpstr>Let ‘s talk about France….</vt:lpstr>
      <vt:lpstr>PowerPoint Presentation</vt:lpstr>
      <vt:lpstr>Insights From France DataSet</vt:lpstr>
      <vt:lpstr>Let ‘s talk about germany….</vt:lpstr>
      <vt:lpstr>PowerPoint Presentation</vt:lpstr>
      <vt:lpstr>Insights From Germany DataSet</vt:lpstr>
      <vt:lpstr>Let ‘s talk about Great britain….</vt:lpstr>
      <vt:lpstr>PowerPoint Presentation</vt:lpstr>
      <vt:lpstr>Insights From great britain DataSet</vt:lpstr>
      <vt:lpstr>Let ‘s talk about united states of america….</vt:lpstr>
      <vt:lpstr>PowerPoint Presentation</vt:lpstr>
      <vt:lpstr>Insights From united stats of America DataSet</vt:lpstr>
      <vt:lpstr>Let ‘s have a look on the complete dataset….</vt:lpstr>
      <vt:lpstr>Insights From complete DataSet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Trends</dc:title>
  <dc:creator>Raunak Singh</dc:creator>
  <cp:lastModifiedBy>Raunak Singh</cp:lastModifiedBy>
  <cp:revision>8</cp:revision>
  <dcterms:created xsi:type="dcterms:W3CDTF">2018-05-23T09:19:59Z</dcterms:created>
  <dcterms:modified xsi:type="dcterms:W3CDTF">2018-05-23T10:48:20Z</dcterms:modified>
</cp:coreProperties>
</file>