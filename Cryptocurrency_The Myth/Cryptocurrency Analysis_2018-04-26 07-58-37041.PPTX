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FD76577-FC14-4346-9B2F-D70FAE2D0F1C}">
          <p14:sldIdLst>
            <p14:sldId id="256"/>
            <p14:sldId id="257"/>
            <p14:sldId id="258"/>
            <p14:sldId id="259"/>
            <p14:sldId id="260"/>
            <p14:sldId id="272"/>
          </p14:sldIdLst>
        </p14:section>
        <p14:section name="Untitled Section" id="{94F21F50-FB8E-45EB-B690-7A45DCA36390}">
          <p14:sldIdLst>
            <p14:sldId id="261"/>
            <p14:sldId id="262"/>
            <p14:sldId id="263"/>
          </p14:sldIdLst>
        </p14:section>
        <p14:section name="Untitled Section" id="{6104E963-3E1A-45F0-9444-C9DEB2A99542}">
          <p14:sldIdLst>
            <p14:sldId id="264"/>
            <p14:sldId id="265"/>
            <p14:sldId id="266"/>
            <p14:sldId id="268"/>
            <p14:sldId id="267"/>
            <p14:sldId id="269"/>
            <p14:sldId id="270"/>
            <p14:sldId id="271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206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3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02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96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24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789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28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184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5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53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716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087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50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863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6832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671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891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E2ED295-FE5A-41BF-A622-A9372387AAE2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3AFD081-BCFE-437A-BBDF-0ECD002D94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16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Cryptocurrency Analysis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b="1" dirty="0" smtClean="0"/>
              <a:t>By</a:t>
            </a:r>
            <a:r>
              <a:rPr lang="en-US" dirty="0" smtClean="0"/>
              <a:t>-</a:t>
            </a:r>
            <a:r>
              <a:rPr lang="en-US" u="sng" dirty="0" smtClean="0"/>
              <a:t>Raunak Singh</a:t>
            </a:r>
          </a:p>
          <a:p>
            <a:pPr algn="r"/>
            <a:r>
              <a:rPr lang="en-US" b="1" dirty="0" smtClean="0"/>
              <a:t>Project on</a:t>
            </a:r>
            <a:r>
              <a:rPr lang="en-US" dirty="0" smtClean="0"/>
              <a:t> </a:t>
            </a:r>
            <a:r>
              <a:rPr lang="en-US" u="sng" dirty="0" smtClean="0"/>
              <a:t>R Programming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4276178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volatility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prices,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is useful in understanding this variations quantitatively and making strategic decisions.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797812"/>
              </p:ext>
            </p:extLst>
          </p:nvPr>
        </p:nvGraphicFramePr>
        <p:xfrm>
          <a:off x="5999193" y="1654387"/>
          <a:ext cx="430841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2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aseline="0" dirty="0" smtClean="0"/>
                        <a:t>No.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Contents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Default Dataset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Cleaned Dataset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Summary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Analysis</a:t>
                      </a:r>
                      <a:r>
                        <a:rPr lang="en-US" baseline="0" dirty="0" smtClean="0"/>
                        <a:t> #1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Analysis #7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Conclusion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69159" y="672860"/>
            <a:ext cx="1727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Default Dataset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03" y="1042192"/>
            <a:ext cx="10627743" cy="51947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5003" y="5822830"/>
            <a:ext cx="16450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/>
              <a:t>Source-kaggle.com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440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202127" y="672860"/>
            <a:ext cx="179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51" y="1124588"/>
            <a:ext cx="10522037" cy="51036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9576" y="5858940"/>
            <a:ext cx="2059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/>
              <a:t>Source-kaggle.com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953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17388" y="603849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377" y="897147"/>
            <a:ext cx="10601865" cy="533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96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cryptocurrency and its market variations from its debut year to 2018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#1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20195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89120" y="638356"/>
            <a:ext cx="733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u="sng" dirty="0"/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6377" y="1007688"/>
            <a:ext cx="1055873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q1&lt;-</a:t>
            </a:r>
            <a:r>
              <a:rPr lang="en-US" sz="1600" dirty="0" err="1"/>
              <a:t>cryptos</a:t>
            </a:r>
            <a:r>
              <a:rPr lang="en-US" sz="1600" dirty="0"/>
              <a:t>[</a:t>
            </a:r>
            <a:r>
              <a:rPr lang="en-US" sz="1600" dirty="0" err="1"/>
              <a:t>cryptos$name</a:t>
            </a:r>
            <a:r>
              <a:rPr lang="en-US" sz="1600" dirty="0"/>
              <a:t>=='Bitcoin',]</a:t>
            </a:r>
          </a:p>
          <a:p>
            <a:r>
              <a:rPr lang="en-US" sz="1600" dirty="0"/>
              <a:t>bit2013&lt;-q1[q1$year=='2013',]</a:t>
            </a:r>
          </a:p>
          <a:p>
            <a:r>
              <a:rPr lang="en-US" sz="1600" dirty="0"/>
              <a:t>mean(bit2013$market_in_crores)    #303.1221</a:t>
            </a:r>
          </a:p>
          <a:p>
            <a:r>
              <a:rPr lang="en-US" sz="1600" dirty="0"/>
              <a:t>bit2014&lt;-q1[q1$year=='2014',]</a:t>
            </a:r>
          </a:p>
          <a:p>
            <a:r>
              <a:rPr lang="en-US" sz="1600" dirty="0"/>
              <a:t>mean(bit2014$market_in_crores)    #679.5851</a:t>
            </a:r>
          </a:p>
          <a:p>
            <a:r>
              <a:rPr lang="en-US" sz="1600" dirty="0"/>
              <a:t>bit2015&lt;-q1[q1$year=='2015',]</a:t>
            </a:r>
          </a:p>
          <a:p>
            <a:r>
              <a:rPr lang="en-US" sz="1600" dirty="0"/>
              <a:t>mean(bit2015$market_in_crores)    #391.6406</a:t>
            </a:r>
          </a:p>
          <a:p>
            <a:r>
              <a:rPr lang="en-US" sz="1600" dirty="0"/>
              <a:t>bit2016&lt;-q1[q1$year=='2016',]</a:t>
            </a:r>
          </a:p>
          <a:p>
            <a:r>
              <a:rPr lang="en-US" sz="1600" dirty="0"/>
              <a:t>mean(bit2016$market_in_crores)    #890.6763</a:t>
            </a:r>
          </a:p>
          <a:p>
            <a:r>
              <a:rPr lang="en-US" sz="1600" dirty="0"/>
              <a:t>bit2017&lt;-q1[q1$year=='2017',]</a:t>
            </a:r>
          </a:p>
          <a:p>
            <a:r>
              <a:rPr lang="en-US" sz="1600" dirty="0"/>
              <a:t>mean(bit2017$market_in_crores)    #6584.757</a:t>
            </a:r>
          </a:p>
          <a:p>
            <a:r>
              <a:rPr lang="en-US" sz="1600" dirty="0"/>
              <a:t>bit2018&lt;-q1[q1$year=='2018',]</a:t>
            </a:r>
          </a:p>
          <a:p>
            <a:r>
              <a:rPr lang="en-US" sz="1600" dirty="0"/>
              <a:t>mean(bit2018$market_in_crores)    #19505.77</a:t>
            </a:r>
          </a:p>
          <a:p>
            <a:r>
              <a:rPr lang="en-US" sz="1600" dirty="0" err="1"/>
              <a:t>df</a:t>
            </a:r>
            <a:r>
              <a:rPr lang="en-US" sz="1600" dirty="0"/>
              <a:t>&lt;-</a:t>
            </a:r>
            <a:r>
              <a:rPr lang="en-US" sz="1600" dirty="0" err="1"/>
              <a:t>data.frame</a:t>
            </a:r>
            <a:r>
              <a:rPr lang="en-US" sz="1600" dirty="0"/>
              <a:t>(Market=</a:t>
            </a:r>
            <a:r>
              <a:rPr lang="en-US" sz="1600" dirty="0" err="1"/>
              <a:t>mean_market_bitcoin,Years</a:t>
            </a:r>
            <a:r>
              <a:rPr lang="en-US" sz="1600" dirty="0"/>
              <a:t>=</a:t>
            </a:r>
            <a:r>
              <a:rPr lang="en-US" sz="1600" dirty="0" err="1"/>
              <a:t>bitcoin_years</a:t>
            </a:r>
            <a:r>
              <a:rPr lang="en-US" sz="1600" dirty="0"/>
              <a:t>)</a:t>
            </a:r>
          </a:p>
          <a:p>
            <a:r>
              <a:rPr lang="en-US" sz="1600" dirty="0" err="1"/>
              <a:t>mean_market_bitcoin</a:t>
            </a:r>
            <a:r>
              <a:rPr lang="en-US" sz="1600" dirty="0"/>
              <a:t>&lt;-c(303.1221,679.5851,391.6406,890.6763,6584.757,19505.77)</a:t>
            </a:r>
          </a:p>
          <a:p>
            <a:r>
              <a:rPr lang="en-US" sz="1600" dirty="0" err="1"/>
              <a:t>bitcoin_years</a:t>
            </a:r>
            <a:r>
              <a:rPr lang="en-US" sz="1600" dirty="0"/>
              <a:t>&lt;-c(2013,2014,2015,2016,2017,2018)</a:t>
            </a:r>
          </a:p>
          <a:p>
            <a:r>
              <a:rPr lang="en-US" sz="1600" dirty="0"/>
              <a:t>library(ggplot2)</a:t>
            </a:r>
          </a:p>
          <a:p>
            <a:r>
              <a:rPr lang="en-US" sz="1600" dirty="0"/>
              <a:t>graph&lt;-</a:t>
            </a:r>
            <a:r>
              <a:rPr lang="en-US" sz="1600" b="1" dirty="0" err="1"/>
              <a:t>ggplot</a:t>
            </a:r>
            <a:r>
              <a:rPr lang="en-US" sz="1600" dirty="0"/>
              <a:t>(data=</a:t>
            </a:r>
            <a:r>
              <a:rPr lang="en-US" sz="1600" dirty="0" err="1"/>
              <a:t>df,aes</a:t>
            </a:r>
            <a:r>
              <a:rPr lang="en-US" sz="1600" dirty="0"/>
              <a:t>(x=</a:t>
            </a:r>
            <a:r>
              <a:rPr lang="en-US" sz="1600" dirty="0" err="1"/>
              <a:t>bitcoin_years,y</a:t>
            </a:r>
            <a:r>
              <a:rPr lang="en-US" sz="1600" dirty="0"/>
              <a:t>=</a:t>
            </a:r>
            <a:r>
              <a:rPr lang="en-US" sz="1600" dirty="0" err="1"/>
              <a:t>mean_market_bitcoin</a:t>
            </a:r>
            <a:r>
              <a:rPr lang="en-US" sz="1600" dirty="0"/>
              <a:t>))</a:t>
            </a:r>
          </a:p>
          <a:p>
            <a:r>
              <a:rPr lang="en-US" sz="1600" dirty="0"/>
              <a:t>graph + </a:t>
            </a:r>
            <a:r>
              <a:rPr lang="en-US" sz="1600" dirty="0" err="1"/>
              <a:t>geom_bar</a:t>
            </a:r>
            <a:r>
              <a:rPr lang="en-US" sz="1600" dirty="0"/>
              <a:t>(stat = "</a:t>
            </a:r>
            <a:r>
              <a:rPr lang="en-US" sz="1600" dirty="0" err="1"/>
              <a:t>identity",fill</a:t>
            </a:r>
            <a:r>
              <a:rPr lang="en-US" sz="1600" dirty="0"/>
              <a:t>=</a:t>
            </a:r>
            <a:r>
              <a:rPr lang="en-US" sz="1600" dirty="0" err="1"/>
              <a:t>df$Years</a:t>
            </a:r>
            <a:r>
              <a:rPr lang="en-US" sz="1600" dirty="0"/>
              <a:t>) +labs(x="</a:t>
            </a:r>
            <a:r>
              <a:rPr lang="en-US" sz="1600" dirty="0" err="1"/>
              <a:t>Years",y</a:t>
            </a:r>
            <a:r>
              <a:rPr lang="en-US" sz="1600" dirty="0"/>
              <a:t>="Bitcoin Market in Crores")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0635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46" y="992038"/>
            <a:ext cx="10541479" cy="5225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075357" y="622706"/>
            <a:ext cx="4452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Bitcoin Market from 2013 to 2018(February)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12320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variations of ripple from its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peak value</a:t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 to present scenario.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#2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82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5288" y="1016314"/>
            <a:ext cx="1057432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summary(</a:t>
            </a:r>
            <a:r>
              <a:rPr lang="en-US" sz="2400" dirty="0" err="1"/>
              <a:t>cryptos</a:t>
            </a:r>
            <a:r>
              <a:rPr lang="en-US" sz="2400" dirty="0"/>
              <a:t>[</a:t>
            </a:r>
            <a:r>
              <a:rPr lang="en-US" sz="2400" dirty="0" err="1"/>
              <a:t>cryptos$name</a:t>
            </a:r>
            <a:r>
              <a:rPr lang="en-US" sz="2400" dirty="0"/>
              <a:t>=='Ripple',])</a:t>
            </a:r>
          </a:p>
          <a:p>
            <a:r>
              <a:rPr lang="en-US" sz="2400" dirty="0"/>
              <a:t>q2&lt;-</a:t>
            </a:r>
            <a:r>
              <a:rPr lang="en-US" sz="2400" dirty="0" err="1"/>
              <a:t>cryptos</a:t>
            </a:r>
            <a:r>
              <a:rPr lang="en-US" sz="2400" dirty="0"/>
              <a:t>[</a:t>
            </a:r>
            <a:r>
              <a:rPr lang="en-US" sz="2400" dirty="0" err="1"/>
              <a:t>cryptos$name</a:t>
            </a:r>
            <a:r>
              <a:rPr lang="en-US" sz="2400" dirty="0"/>
              <a:t>=="Ripple" &amp; </a:t>
            </a:r>
            <a:r>
              <a:rPr lang="en-US" sz="2400" dirty="0" err="1"/>
              <a:t>cryptos$market_in_crores</a:t>
            </a:r>
            <a:r>
              <a:rPr lang="en-US" sz="2400" dirty="0"/>
              <a:t>==13000.000,]</a:t>
            </a:r>
          </a:p>
          <a:p>
            <a:r>
              <a:rPr lang="en-US" sz="2400" dirty="0"/>
              <a:t>q2</a:t>
            </a:r>
          </a:p>
          <a:p>
            <a:r>
              <a:rPr lang="en-US" sz="2400" dirty="0"/>
              <a:t>q21&lt;-</a:t>
            </a:r>
            <a:r>
              <a:rPr lang="en-US" sz="2400" dirty="0" err="1"/>
              <a:t>cryptos</a:t>
            </a:r>
            <a:r>
              <a:rPr lang="en-US" sz="2400" dirty="0"/>
              <a:t>[</a:t>
            </a:r>
            <a:r>
              <a:rPr lang="en-US" sz="2400" dirty="0" err="1"/>
              <a:t>cryptos$name</a:t>
            </a:r>
            <a:r>
              <a:rPr lang="en-US" sz="2400" dirty="0"/>
              <a:t>=="Ripple" &amp; </a:t>
            </a:r>
            <a:r>
              <a:rPr lang="en-US" sz="2400" dirty="0" err="1"/>
              <a:t>cryptos$date</a:t>
            </a:r>
            <a:r>
              <a:rPr lang="en-US" sz="2400" dirty="0"/>
              <a:t>&gt;='2018-01-08',]</a:t>
            </a:r>
          </a:p>
          <a:p>
            <a:r>
              <a:rPr lang="en-US" sz="2400" dirty="0"/>
              <a:t>q21</a:t>
            </a:r>
          </a:p>
          <a:p>
            <a:r>
              <a:rPr lang="en-US" sz="2400" dirty="0"/>
              <a:t>marketq21&lt;-q21$market_in_crores</a:t>
            </a:r>
          </a:p>
          <a:p>
            <a:r>
              <a:rPr lang="en-US" sz="2400" dirty="0"/>
              <a:t>max(marketq21)</a:t>
            </a:r>
          </a:p>
          <a:p>
            <a:r>
              <a:rPr lang="en-US" sz="2400" dirty="0" err="1"/>
              <a:t>market_range</a:t>
            </a:r>
            <a:r>
              <a:rPr lang="en-US" sz="2400" dirty="0"/>
              <a:t>&lt;-range(0,14000)</a:t>
            </a:r>
          </a:p>
          <a:p>
            <a:r>
              <a:rPr lang="en-US" sz="2400" b="1" dirty="0" err="1"/>
              <a:t>barplot</a:t>
            </a:r>
            <a:r>
              <a:rPr lang="en-US" sz="2400" dirty="0"/>
              <a:t>(marketq21,ylab="Market",</a:t>
            </a:r>
            <a:r>
              <a:rPr lang="en-US" sz="2400" dirty="0" err="1"/>
              <a:t>ylim</a:t>
            </a:r>
            <a:r>
              <a:rPr lang="en-US" sz="2400" dirty="0"/>
              <a:t>=</a:t>
            </a:r>
            <a:r>
              <a:rPr lang="en-US" sz="2400" dirty="0" err="1"/>
              <a:t>market_range</a:t>
            </a:r>
            <a:r>
              <a:rPr lang="en-US" sz="2400" dirty="0" smtClean="0"/>
              <a:t>,</a:t>
            </a:r>
          </a:p>
          <a:p>
            <a:r>
              <a:rPr lang="en-US" sz="2400" dirty="0" smtClean="0"/>
              <a:t>main</a:t>
            </a:r>
            <a:r>
              <a:rPr lang="en-US" sz="2400" dirty="0"/>
              <a:t>="Ripple Variations in </a:t>
            </a:r>
            <a:r>
              <a:rPr lang="en-US" sz="2400" dirty="0" err="1"/>
              <a:t>Maket</a:t>
            </a:r>
            <a:r>
              <a:rPr lang="en-US" sz="2400" dirty="0"/>
              <a:t> Value after reaching Peak Value</a:t>
            </a:r>
            <a:r>
              <a:rPr lang="en-US" sz="2400" dirty="0" smtClean="0"/>
              <a:t>",</a:t>
            </a:r>
          </a:p>
          <a:p>
            <a:r>
              <a:rPr lang="en-US" sz="2400" dirty="0" err="1" smtClean="0"/>
              <a:t>xlab</a:t>
            </a:r>
            <a:r>
              <a:rPr lang="en-US" sz="2400" dirty="0"/>
              <a:t>="Days",</a:t>
            </a:r>
            <a:r>
              <a:rPr lang="en-US" sz="2400" dirty="0" err="1"/>
              <a:t>col.lab</a:t>
            </a:r>
            <a:r>
              <a:rPr lang="en-US" sz="2400" dirty="0"/>
              <a:t>='Brown',</a:t>
            </a:r>
            <a:r>
              <a:rPr lang="en-US" sz="2400" dirty="0" err="1"/>
              <a:t>cex.lab</a:t>
            </a:r>
            <a:r>
              <a:rPr lang="en-US" sz="2400" dirty="0"/>
              <a:t>=1.4,col=</a:t>
            </a:r>
            <a:r>
              <a:rPr lang="en-US" sz="2400" dirty="0" err="1"/>
              <a:t>rgb</a:t>
            </a:r>
            <a:r>
              <a:rPr lang="en-US" sz="2400" dirty="0"/>
              <a:t>(0.1,0.2,0.3))</a:t>
            </a:r>
          </a:p>
          <a:p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5706386" y="616204"/>
            <a:ext cx="7521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u="sng" dirty="0" smtClean="0"/>
              <a:t>Code</a:t>
            </a:r>
            <a:endParaRPr lang="en-US" sz="2000" b="1" i="1" u="sng" dirty="0"/>
          </a:p>
        </p:txBody>
      </p:sp>
    </p:spTree>
    <p:extLst>
      <p:ext uri="{BB962C8B-B14F-4D97-AF65-F5344CB8AC3E}">
        <p14:creationId xmlns:p14="http://schemas.microsoft.com/office/powerpoint/2010/main" val="346418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62" y="638355"/>
            <a:ext cx="10515599" cy="5598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115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Cryptocurrency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had the maximum spread in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2017?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88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30724" y="630531"/>
            <a:ext cx="699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u="sng" dirty="0"/>
              <a:t>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626" y="999863"/>
            <a:ext cx="1065937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cryptos$year</a:t>
            </a:r>
            <a:r>
              <a:rPr lang="en-US" sz="2000" dirty="0"/>
              <a:t>&lt;-substring(cryptos$date,1,4)</a:t>
            </a:r>
          </a:p>
          <a:p>
            <a:r>
              <a:rPr lang="en-US" sz="2000" dirty="0"/>
              <a:t>table(</a:t>
            </a:r>
            <a:r>
              <a:rPr lang="en-US" sz="2000" dirty="0" err="1"/>
              <a:t>cryptos$year</a:t>
            </a:r>
            <a:r>
              <a:rPr lang="en-US" sz="2000" dirty="0"/>
              <a:t> &amp; </a:t>
            </a:r>
            <a:r>
              <a:rPr lang="en-US" sz="2000" dirty="0" err="1"/>
              <a:t>cryptos$spread</a:t>
            </a:r>
            <a:r>
              <a:rPr lang="en-US" sz="2000" dirty="0"/>
              <a:t>)</a:t>
            </a:r>
          </a:p>
          <a:p>
            <a:r>
              <a:rPr lang="en-US" sz="2000" dirty="0" err="1"/>
              <a:t>max_spread</a:t>
            </a:r>
            <a:r>
              <a:rPr lang="en-US" sz="2000" dirty="0"/>
              <a:t>&lt;-</a:t>
            </a:r>
            <a:r>
              <a:rPr lang="en-US" sz="2000" dirty="0" err="1"/>
              <a:t>cryptos</a:t>
            </a:r>
            <a:r>
              <a:rPr lang="en-US" sz="2000" dirty="0"/>
              <a:t>[</a:t>
            </a:r>
            <a:r>
              <a:rPr lang="en-US" sz="2000" dirty="0" err="1"/>
              <a:t>cryptos$year</a:t>
            </a:r>
            <a:r>
              <a:rPr lang="en-US" sz="2000" dirty="0"/>
              <a:t> =='2017</a:t>
            </a:r>
            <a:r>
              <a:rPr lang="en-US" sz="2000" dirty="0" smtClean="0"/>
              <a:t>',]</a:t>
            </a:r>
          </a:p>
          <a:p>
            <a:endParaRPr lang="en-US" sz="2000" dirty="0"/>
          </a:p>
          <a:p>
            <a:r>
              <a:rPr lang="en-US" sz="2000" dirty="0" err="1"/>
              <a:t>install.packages</a:t>
            </a:r>
            <a:r>
              <a:rPr lang="en-US" sz="2000" dirty="0"/>
              <a:t>("</a:t>
            </a:r>
            <a:r>
              <a:rPr lang="en-US" sz="2000" dirty="0" err="1"/>
              <a:t>treemap</a:t>
            </a:r>
            <a:r>
              <a:rPr lang="en-US" sz="2000" dirty="0"/>
              <a:t>")</a:t>
            </a:r>
          </a:p>
          <a:p>
            <a:r>
              <a:rPr lang="en-US" sz="2000" dirty="0"/>
              <a:t>library('</a:t>
            </a:r>
            <a:r>
              <a:rPr lang="en-US" sz="2000" dirty="0" err="1"/>
              <a:t>treemap</a:t>
            </a:r>
            <a:r>
              <a:rPr lang="en-US" sz="2000" dirty="0"/>
              <a:t>')</a:t>
            </a:r>
          </a:p>
          <a:p>
            <a:r>
              <a:rPr lang="en-US" sz="2000" b="1" dirty="0" err="1"/>
              <a:t>treemap</a:t>
            </a:r>
            <a:r>
              <a:rPr lang="en-US" sz="2000" dirty="0"/>
              <a:t>(</a:t>
            </a:r>
            <a:r>
              <a:rPr lang="en-US" sz="2000" dirty="0" err="1"/>
              <a:t>max_spread,index</a:t>
            </a:r>
            <a:r>
              <a:rPr lang="en-US" sz="2000" dirty="0"/>
              <a:t> = 'name',</a:t>
            </a:r>
            <a:r>
              <a:rPr lang="en-US" sz="2000" dirty="0" err="1"/>
              <a:t>vSize</a:t>
            </a:r>
            <a:r>
              <a:rPr lang="en-US" sz="2000" dirty="0"/>
              <a:t> = '</a:t>
            </a:r>
            <a:r>
              <a:rPr lang="en-US" sz="2000" dirty="0" err="1"/>
              <a:t>spread',title</a:t>
            </a:r>
            <a:r>
              <a:rPr lang="en-US" sz="2000" dirty="0"/>
              <a:t> = 'Cryptocurrency Spread in 2017</a:t>
            </a:r>
            <a:r>
              <a:rPr lang="en-US" sz="2000" dirty="0" smtClean="0"/>
              <a:t>',</a:t>
            </a:r>
          </a:p>
          <a:p>
            <a:r>
              <a:rPr lang="en-US" sz="2000" dirty="0" err="1" smtClean="0"/>
              <a:t>vColor</a:t>
            </a:r>
            <a:r>
              <a:rPr lang="en-US" sz="2000" dirty="0" smtClean="0"/>
              <a:t> = 'spread</a:t>
            </a:r>
            <a:r>
              <a:rPr lang="en-US" sz="2000" dirty="0"/>
              <a:t>',</a:t>
            </a:r>
            <a:r>
              <a:rPr lang="en-US" sz="2000" dirty="0" err="1"/>
              <a:t>fontsize.labels</a:t>
            </a:r>
            <a:r>
              <a:rPr lang="en-US" sz="2000" dirty="0"/>
              <a:t>=10,palette = "</a:t>
            </a:r>
            <a:r>
              <a:rPr lang="en-US" sz="2000" dirty="0" err="1"/>
              <a:t>RdYlBu</a:t>
            </a:r>
            <a:r>
              <a:rPr lang="en-US" sz="2000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18801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1" y="629728"/>
            <a:ext cx="10420709" cy="560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8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change of Bitcoin price with its spread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#4</a:t>
            </a:r>
            <a:endParaRPr lang="en-US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09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86000" y="647784"/>
            <a:ext cx="699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u="sng" dirty="0"/>
              <a:t>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05132" y="1017116"/>
            <a:ext cx="1067662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bitcoin&lt;-</a:t>
            </a:r>
            <a:r>
              <a:rPr lang="en-US" dirty="0" err="1"/>
              <a:t>cryptos</a:t>
            </a:r>
            <a:r>
              <a:rPr lang="en-US" dirty="0"/>
              <a:t>[</a:t>
            </a:r>
            <a:r>
              <a:rPr lang="en-US" dirty="0" err="1"/>
              <a:t>cryptos$name</a:t>
            </a:r>
            <a:r>
              <a:rPr lang="en-US" dirty="0"/>
              <a:t>=="Bitcoin",]</a:t>
            </a:r>
          </a:p>
          <a:p>
            <a:r>
              <a:rPr lang="en-US" dirty="0" err="1"/>
              <a:t>bitcoin_spread</a:t>
            </a:r>
            <a:r>
              <a:rPr lang="en-US" dirty="0"/>
              <a:t>&lt;-</a:t>
            </a:r>
            <a:r>
              <a:rPr lang="en-US" dirty="0" err="1"/>
              <a:t>bitcoin$spread</a:t>
            </a:r>
            <a:endParaRPr lang="en-US" dirty="0"/>
          </a:p>
          <a:p>
            <a:r>
              <a:rPr lang="en-US" dirty="0" err="1"/>
              <a:t>bitcoin_value</a:t>
            </a:r>
            <a:r>
              <a:rPr lang="en-US" dirty="0"/>
              <a:t>&lt;-</a:t>
            </a:r>
            <a:r>
              <a:rPr lang="en-US" dirty="0" err="1"/>
              <a:t>bitcoin$close</a:t>
            </a:r>
            <a:endParaRPr lang="en-US" dirty="0"/>
          </a:p>
          <a:p>
            <a:r>
              <a:rPr lang="en-US" dirty="0"/>
              <a:t>library("ggplot2")</a:t>
            </a:r>
          </a:p>
          <a:p>
            <a:r>
              <a:rPr lang="en-US" b="1" dirty="0" err="1"/>
              <a:t>ggplot</a:t>
            </a:r>
            <a:r>
              <a:rPr lang="en-US" dirty="0"/>
              <a:t>(</a:t>
            </a:r>
            <a:r>
              <a:rPr lang="en-US" dirty="0" err="1"/>
              <a:t>bitcoin,aes</a:t>
            </a:r>
            <a:r>
              <a:rPr lang="en-US" dirty="0"/>
              <a:t>(x=</a:t>
            </a:r>
            <a:r>
              <a:rPr lang="en-US" dirty="0" err="1"/>
              <a:t>bitcoin_value,y</a:t>
            </a:r>
            <a:r>
              <a:rPr lang="en-US" dirty="0"/>
              <a:t>=</a:t>
            </a:r>
            <a:r>
              <a:rPr lang="en-US" dirty="0" err="1"/>
              <a:t>bitcoin_spread,colour</a:t>
            </a:r>
            <a:r>
              <a:rPr lang="en-US" dirty="0"/>
              <a:t>=</a:t>
            </a:r>
            <a:r>
              <a:rPr lang="en-US" dirty="0" err="1"/>
              <a:t>bitcoin$year</a:t>
            </a:r>
            <a:r>
              <a:rPr lang="en-US" dirty="0" smtClean="0"/>
              <a:t>))</a:t>
            </a:r>
          </a:p>
          <a:p>
            <a:r>
              <a:rPr lang="en-US" dirty="0" smtClean="0"/>
              <a:t>+</a:t>
            </a:r>
            <a:r>
              <a:rPr lang="en-US" dirty="0" err="1"/>
              <a:t>geom_point</a:t>
            </a:r>
            <a:r>
              <a:rPr lang="en-US" dirty="0"/>
              <a:t>(size=5,alpha=0.8)+</a:t>
            </a:r>
            <a:r>
              <a:rPr lang="en-US" dirty="0" err="1"/>
              <a:t>geom_smooth</a:t>
            </a:r>
            <a:r>
              <a:rPr lang="en-US" dirty="0"/>
              <a:t>(method = 'lm',</a:t>
            </a:r>
            <a:r>
              <a:rPr lang="en-US" dirty="0" err="1"/>
              <a:t>aes</a:t>
            </a:r>
            <a:r>
              <a:rPr lang="en-US" dirty="0"/>
              <a:t>(fill=</a:t>
            </a:r>
            <a:r>
              <a:rPr lang="en-US" dirty="0" err="1"/>
              <a:t>bitcoin$year</a:t>
            </a:r>
            <a:r>
              <a:rPr lang="en-US" dirty="0"/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38851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015" y="681487"/>
            <a:ext cx="10455215" cy="541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1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 5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Crptocurrencies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with difference in their price from beginning to current time.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88599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26595" y="661555"/>
            <a:ext cx="699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u="sng" dirty="0"/>
              <a:t>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82316" y="1030887"/>
            <a:ext cx="1041132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install.packages</a:t>
            </a:r>
            <a:r>
              <a:rPr lang="en-US" dirty="0"/>
              <a:t>("</a:t>
            </a:r>
            <a:r>
              <a:rPr lang="en-US" dirty="0" err="1"/>
              <a:t>coinmarketcapr</a:t>
            </a:r>
            <a:r>
              <a:rPr lang="en-US" dirty="0"/>
              <a:t>")</a:t>
            </a:r>
          </a:p>
          <a:p>
            <a:r>
              <a:rPr lang="en-US" dirty="0"/>
              <a:t>library("</a:t>
            </a:r>
            <a:r>
              <a:rPr lang="en-US" dirty="0" err="1"/>
              <a:t>coinmarketcapr</a:t>
            </a:r>
            <a:r>
              <a:rPr lang="en-US" dirty="0"/>
              <a:t>")</a:t>
            </a:r>
          </a:p>
          <a:p>
            <a:r>
              <a:rPr lang="en-US" dirty="0"/>
              <a:t>plot_top_5_currencies</a:t>
            </a:r>
            <a:r>
              <a:rPr lang="en-US" dirty="0" smtClean="0"/>
              <a:t>()</a:t>
            </a:r>
          </a:p>
          <a:p>
            <a:r>
              <a:rPr lang="en-US" dirty="0" smtClean="0"/>
              <a:t>bitcoin</a:t>
            </a:r>
            <a:r>
              <a:rPr lang="en-US" dirty="0"/>
              <a:t>&lt;-</a:t>
            </a:r>
            <a:r>
              <a:rPr lang="en-US" dirty="0" err="1"/>
              <a:t>cryptos</a:t>
            </a:r>
            <a:r>
              <a:rPr lang="en-US" dirty="0"/>
              <a:t>[</a:t>
            </a:r>
            <a:r>
              <a:rPr lang="en-US" dirty="0" err="1"/>
              <a:t>cryptos$name</a:t>
            </a:r>
            <a:r>
              <a:rPr lang="en-US" dirty="0"/>
              <a:t>=="Bitcoin",]</a:t>
            </a:r>
          </a:p>
          <a:p>
            <a:r>
              <a:rPr lang="en-US" dirty="0" err="1"/>
              <a:t>bitcoin_cash</a:t>
            </a:r>
            <a:r>
              <a:rPr lang="en-US" dirty="0"/>
              <a:t>&lt;-</a:t>
            </a:r>
            <a:r>
              <a:rPr lang="en-US" dirty="0" err="1"/>
              <a:t>cryptos</a:t>
            </a:r>
            <a:r>
              <a:rPr lang="en-US" dirty="0"/>
              <a:t>[</a:t>
            </a:r>
            <a:r>
              <a:rPr lang="en-US" dirty="0" err="1"/>
              <a:t>cryptos$name</a:t>
            </a:r>
            <a:r>
              <a:rPr lang="en-US" dirty="0"/>
              <a:t>=="Bitcoin Cash",]</a:t>
            </a:r>
          </a:p>
          <a:p>
            <a:r>
              <a:rPr lang="en-US" dirty="0"/>
              <a:t>EOS&lt;-</a:t>
            </a:r>
            <a:r>
              <a:rPr lang="en-US" dirty="0" err="1"/>
              <a:t>cryptos</a:t>
            </a:r>
            <a:r>
              <a:rPr lang="en-US" dirty="0"/>
              <a:t>[</a:t>
            </a:r>
            <a:r>
              <a:rPr lang="en-US" dirty="0" err="1"/>
              <a:t>cryptos$name</a:t>
            </a:r>
            <a:r>
              <a:rPr lang="en-US" dirty="0"/>
              <a:t>=="EOS",]</a:t>
            </a:r>
          </a:p>
          <a:p>
            <a:r>
              <a:rPr lang="en-US" dirty="0" err="1"/>
              <a:t>Ethereum</a:t>
            </a:r>
            <a:r>
              <a:rPr lang="en-US" dirty="0"/>
              <a:t>&lt;-</a:t>
            </a:r>
            <a:r>
              <a:rPr lang="en-US" dirty="0" err="1"/>
              <a:t>cryptos</a:t>
            </a:r>
            <a:r>
              <a:rPr lang="en-US" dirty="0"/>
              <a:t>[</a:t>
            </a:r>
            <a:r>
              <a:rPr lang="en-US" dirty="0" err="1"/>
              <a:t>cryptos$name</a:t>
            </a:r>
            <a:r>
              <a:rPr lang="en-US" dirty="0"/>
              <a:t>=="</a:t>
            </a:r>
            <a:r>
              <a:rPr lang="en-US" dirty="0" err="1"/>
              <a:t>Ethereum</a:t>
            </a:r>
            <a:r>
              <a:rPr lang="en-US" dirty="0"/>
              <a:t>",]</a:t>
            </a:r>
          </a:p>
          <a:p>
            <a:r>
              <a:rPr lang="en-US" dirty="0"/>
              <a:t>Ripple&lt;-</a:t>
            </a:r>
            <a:r>
              <a:rPr lang="en-US" dirty="0" err="1"/>
              <a:t>cryptos</a:t>
            </a:r>
            <a:r>
              <a:rPr lang="en-US" dirty="0"/>
              <a:t>[</a:t>
            </a:r>
            <a:r>
              <a:rPr lang="en-US" dirty="0" err="1"/>
              <a:t>cryptos$name</a:t>
            </a:r>
            <a:r>
              <a:rPr lang="en-US" dirty="0"/>
              <a:t>=="Ripple",]</a:t>
            </a:r>
          </a:p>
          <a:p>
            <a:r>
              <a:rPr lang="en-US" dirty="0"/>
              <a:t>top_5&lt;-</a:t>
            </a:r>
            <a:r>
              <a:rPr lang="en-US" dirty="0" err="1"/>
              <a:t>rbind</a:t>
            </a:r>
            <a:r>
              <a:rPr lang="en-US" dirty="0"/>
              <a:t>(</a:t>
            </a:r>
            <a:r>
              <a:rPr lang="en-US" dirty="0" err="1"/>
              <a:t>bitcoin,bitcoin_cash,EOS,Ethereum,Ripple</a:t>
            </a:r>
            <a:r>
              <a:rPr lang="en-US" dirty="0"/>
              <a:t>)</a:t>
            </a:r>
          </a:p>
          <a:p>
            <a:r>
              <a:rPr lang="en-US" dirty="0"/>
              <a:t>library(ggplot2)</a:t>
            </a:r>
          </a:p>
          <a:p>
            <a:r>
              <a:rPr lang="en-US" b="1" dirty="0" err="1"/>
              <a:t>ggplot</a:t>
            </a:r>
            <a:r>
              <a:rPr lang="en-US" dirty="0"/>
              <a:t>(top_5,aes(x=</a:t>
            </a:r>
            <a:r>
              <a:rPr lang="en-US" dirty="0" err="1"/>
              <a:t>name,y</a:t>
            </a:r>
            <a:r>
              <a:rPr lang="en-US" dirty="0"/>
              <a:t>=</a:t>
            </a:r>
            <a:r>
              <a:rPr lang="en-US" dirty="0" err="1"/>
              <a:t>close,colour</a:t>
            </a:r>
            <a:r>
              <a:rPr lang="en-US" dirty="0"/>
              <a:t>=year))+</a:t>
            </a:r>
            <a:r>
              <a:rPr lang="en-US" dirty="0" err="1"/>
              <a:t>geom_point</a:t>
            </a:r>
            <a:r>
              <a:rPr lang="en-US" dirty="0"/>
              <a:t>(size=5,alpha=0.8</a:t>
            </a:r>
            <a:r>
              <a:rPr lang="en-US" dirty="0" smtClean="0"/>
              <a:t>)</a:t>
            </a:r>
          </a:p>
          <a:p>
            <a:r>
              <a:rPr lang="en-US" dirty="0" smtClean="0"/>
              <a:t>+</a:t>
            </a:r>
            <a:r>
              <a:rPr lang="en-US" dirty="0" err="1"/>
              <a:t>geom_smooth</a:t>
            </a:r>
            <a:r>
              <a:rPr lang="en-US" dirty="0"/>
              <a:t>(method = 'lm',</a:t>
            </a:r>
            <a:r>
              <a:rPr lang="en-US" dirty="0" err="1"/>
              <a:t>aes</a:t>
            </a:r>
            <a:r>
              <a:rPr lang="en-US" dirty="0"/>
              <a:t>(fill=year))</a:t>
            </a:r>
          </a:p>
        </p:txBody>
      </p:sp>
    </p:spTree>
    <p:extLst>
      <p:ext uri="{BB962C8B-B14F-4D97-AF65-F5344CB8AC3E}">
        <p14:creationId xmlns:p14="http://schemas.microsoft.com/office/powerpoint/2010/main" val="4279025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146" y="625642"/>
            <a:ext cx="10539665" cy="561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1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Difference in </a:t>
            </a:r>
            <a:r>
              <a:rPr lang="en-US" b="1" dirty="0" smtClean="0"/>
              <a:t>Currencies with the name of Bitcoins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</a:t>
            </a: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#6</a:t>
            </a:r>
          </a:p>
        </p:txBody>
      </p:sp>
    </p:spTree>
    <p:extLst>
      <p:ext uri="{BB962C8B-B14F-4D97-AF65-F5344CB8AC3E}">
        <p14:creationId xmlns:p14="http://schemas.microsoft.com/office/powerpoint/2010/main" val="345253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73669" y="629471"/>
            <a:ext cx="699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u="sng" dirty="0"/>
              <a:t>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399" y="998803"/>
            <a:ext cx="1053966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hello&lt;-</a:t>
            </a:r>
            <a:r>
              <a:rPr lang="en-US" dirty="0" err="1"/>
              <a:t>cryptos</a:t>
            </a:r>
            <a:r>
              <a:rPr lang="en-US" dirty="0"/>
              <a:t>[grep("Bitcoin",</a:t>
            </a:r>
            <a:r>
              <a:rPr lang="en-US" dirty="0" err="1"/>
              <a:t>cryptos$name</a:t>
            </a:r>
            <a:r>
              <a:rPr lang="en-US" dirty="0"/>
              <a:t>),]</a:t>
            </a:r>
          </a:p>
          <a:p>
            <a:r>
              <a:rPr lang="en-US" dirty="0"/>
              <a:t>library(</a:t>
            </a:r>
            <a:r>
              <a:rPr lang="en-US" dirty="0" err="1"/>
              <a:t>treemap</a:t>
            </a:r>
            <a:r>
              <a:rPr lang="en-US" dirty="0"/>
              <a:t>)</a:t>
            </a:r>
          </a:p>
          <a:p>
            <a:r>
              <a:rPr lang="en-US" dirty="0" err="1"/>
              <a:t>treemap</a:t>
            </a:r>
            <a:r>
              <a:rPr lang="en-US" dirty="0"/>
              <a:t>(</a:t>
            </a:r>
            <a:r>
              <a:rPr lang="en-US" dirty="0" err="1"/>
              <a:t>hello,index</a:t>
            </a:r>
            <a:r>
              <a:rPr lang="en-US" dirty="0"/>
              <a:t> = 'name',</a:t>
            </a:r>
            <a:r>
              <a:rPr lang="en-US" dirty="0" err="1"/>
              <a:t>vSize</a:t>
            </a:r>
            <a:r>
              <a:rPr lang="en-US" dirty="0"/>
              <a:t> = '</a:t>
            </a:r>
            <a:r>
              <a:rPr lang="en-US" dirty="0" err="1"/>
              <a:t>spread',title</a:t>
            </a:r>
            <a:r>
              <a:rPr lang="en-US" dirty="0"/>
              <a:t> = 'Other Bitcoins Spread in 2017</a:t>
            </a:r>
            <a:r>
              <a:rPr lang="en-US" dirty="0" smtClean="0"/>
              <a:t>',</a:t>
            </a:r>
          </a:p>
          <a:p>
            <a:r>
              <a:rPr lang="en-US" dirty="0" err="1" smtClean="0"/>
              <a:t>vColor</a:t>
            </a:r>
            <a:r>
              <a:rPr lang="en-US" dirty="0" smtClean="0"/>
              <a:t> </a:t>
            </a:r>
            <a:r>
              <a:rPr lang="en-US" dirty="0"/>
              <a:t>= 'market',</a:t>
            </a:r>
            <a:r>
              <a:rPr lang="en-US" dirty="0" err="1"/>
              <a:t>fontsize.labels</a:t>
            </a:r>
            <a:r>
              <a:rPr lang="en-US" dirty="0"/>
              <a:t>=12,palette = "</a:t>
            </a:r>
            <a:r>
              <a:rPr lang="en-US" dirty="0" err="1"/>
              <a:t>RdYlBu</a:t>
            </a:r>
            <a:r>
              <a:rPr lang="en-US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574872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74" y="641684"/>
            <a:ext cx="10539663" cy="561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976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28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www.kaggle.com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www.stackoverflow.com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www.rfunction.com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l"/>
            <a:r>
              <a:rPr lang="en-US" dirty="0" smtClean="0"/>
              <a:t>After completing the project, I got to </a:t>
            </a:r>
            <a:r>
              <a:rPr lang="en-US" smtClean="0"/>
              <a:t>understand </a:t>
            </a:r>
            <a:r>
              <a:rPr lang="en-US" smtClean="0"/>
              <a:t>crypto dynamos </a:t>
            </a:r>
            <a:r>
              <a:rPr lang="en-US" dirty="0" smtClean="0"/>
              <a:t>more closely and their behavior with respect to time, market value, spread, etc.</a:t>
            </a:r>
          </a:p>
          <a:p>
            <a:pPr algn="l"/>
            <a:r>
              <a:rPr lang="en-US" dirty="0" smtClean="0"/>
              <a:t>After the analysis many results were unexpected, so you never know the cryptocurrency variations.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1892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85</TotalTime>
  <Words>535</Words>
  <Application>Microsoft Office PowerPoint</Application>
  <PresentationFormat>Widescreen</PresentationFormat>
  <Paragraphs>111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Garamond</vt:lpstr>
      <vt:lpstr>Times New Roman</vt:lpstr>
      <vt:lpstr>Organic</vt:lpstr>
      <vt:lpstr>Cryptocurrency Analysis</vt:lpstr>
      <vt:lpstr>INTRODUCTION</vt:lpstr>
      <vt:lpstr>PowerPoint Presentation</vt:lpstr>
      <vt:lpstr>PowerPoint Presentation</vt:lpstr>
      <vt:lpstr>PowerPoint Presentation</vt:lpstr>
      <vt:lpstr>First cryptocurrency and its market variations from its debut year to 2018</vt:lpstr>
      <vt:lpstr>PowerPoint Presentation</vt:lpstr>
      <vt:lpstr>PowerPoint Presentation</vt:lpstr>
      <vt:lpstr>Market variations of ripple from its peak value up to present scenario.</vt:lpstr>
      <vt:lpstr>PowerPoint Presentation</vt:lpstr>
      <vt:lpstr>PowerPoint Presentation</vt:lpstr>
      <vt:lpstr>Which Cryptocurrency had the maximum spread in 2017?</vt:lpstr>
      <vt:lpstr>PowerPoint Presentation</vt:lpstr>
      <vt:lpstr>PowerPoint Presentation</vt:lpstr>
      <vt:lpstr>Understanding the change of Bitcoin price with its spread</vt:lpstr>
      <vt:lpstr>PowerPoint Presentation</vt:lpstr>
      <vt:lpstr>PowerPoint Presentation</vt:lpstr>
      <vt:lpstr>Top 5 Crptocurrencies with difference in their price from beginning to current time.</vt:lpstr>
      <vt:lpstr>PowerPoint Presentation</vt:lpstr>
      <vt:lpstr>PowerPoint Presentation</vt:lpstr>
      <vt:lpstr>Difference in Currencies with the name of Bitcoins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Cryptocurrency Analysis</dc:title>
  <dc:creator>Raunak Singh</dc:creator>
  <cp:lastModifiedBy>Raunak Singh</cp:lastModifiedBy>
  <cp:revision>18</cp:revision>
  <dcterms:created xsi:type="dcterms:W3CDTF">2018-04-25T18:19:51Z</dcterms:created>
  <dcterms:modified xsi:type="dcterms:W3CDTF">2019-09-04T08:37:21Z</dcterms:modified>
</cp:coreProperties>
</file>